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· CAAP · 2+ HAP/CBP del mismo tema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HAP o CBP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complementaria; no define nivel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v1.3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debe quedar lo más parecido posible al Assurance que prepara la gerencia: misma lógica de agrupación, mismo orden, mismo formato de eventos y mismo estilo y nivel de detalle en la redacción. Los puntos 16 y 17 traen dos Assurance reales de la gerencia como modelo: imítalos.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(DM), cuasi accidentes de alto potencial (CAAP) y la REITERACIÓN de eventos N2 en una misma brecha (2 o más HAP/CBP del mismo tema).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definen el nivel de un foco. Acompañan a los focos como evidencia complementaria, se usan en la franja RECURRENTE y un tema con 3 o más HBP puede ser foco N2 si queda una fila libre (ver punto 3). Con 1 o 2 HBP de un tema nunca se arma un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turno. El usuario debe indicar: (a) el turno ENTRANTE para el que se prepara el Assurance, (b) su período de vigencia y (c) la fecha de cierre de los datos. Si falta alguno,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agrupar, lee la "Descripción" de todos los eventos y aplica la revaloración del punto 4: un HBP revalorizado a CBP, HAP o CA pasa a ser un evento N1/N2 y puede originar un foco o contar para la reiteración.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Los focos nacen de los eventos N1/N2 del período (ACC, CAAP, HAP, CBP, incluidos los revalorizados).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 = brecha o control específico, NO la categoría general de riesgo. Ej.: "plan de izaje por maniobra", "segregación y comunicación en izaje", "certificación de elementos de izaje y línea de fuego", "inspección pre-uso de vehículos y equipos", "liberación de andamios", "tableros eléctricos", "equipos de emergencia". Si un mismo riesgo tiene brechas distintas, van en focos distintos.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asignar el tema lee "Titulo" y "Descripción" de cada evento, no solo "RIESGO INVOLUCRADO": más del 70% de los eventos dice "Otro riesgo de seguridad" pero sí pertenece a un tema. Ojo: el título puede traer un prefijo distinto a la clasificación real (p. ej., un HBP titulado "CBP - …"); manda la clasificación de las columnas. PROHIBIDO usar "Otro", "Otro riesgo de seguridad" o "Sin Información" como tema en focos, Recurrente o tendencias.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 COMPLEMENTARIA (HBP): después de definir los focos, agrega a cada uno los HBP del período que correspondan a la misma brecha. Sus detalles (equipo, lugar, condición) hacen más específica la instrucción. Un HBP no cambia el nivel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DE SOLO HBP: solo si hay 3 o más HBP del período relacionados con la misma brecha y que no estén ya en otro foco. Con 1 o 2 HBP de un tema NUNCA se arma un foco (van como evidencia complementaria o en Recurrente). Estos focos son siempre N2, van después de todos los focos con eventos N1/N2 y solo entran si queda una fila libre (máx. 4 focos). Si hay varios temas HBP que califican, entra primero el de más HBP y, si empatan, el asociado a control crítico o emergencia. OJO: la gerencia al 08-09 puso un foco con solo 2 HBP (extintores); según esta regla ese foco NO va.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focos. Si hay más, se quedan los de mayor PRIORIDAD (punto 4) y se informa al usuario cuáles quedaron fuera. Si hay menos, elimina las filas sobrantes (nunca la fila 5).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Determina el texto y el COLOR de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 si el foco tiene: un ACC (con lesión o daño material), o un CAAP, o un evento revalorizado como CA, o 2 o más eventos N1/N2 del mismo tema (reiteración: p. ej., HAP + CBP, o HAP +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 si el foco tiene un solo evento N1/N2 (HAP o CBP), con o sin HBP complementarios, o si es un foco de solo HBP (3 o más HBP del mismo tema, punto 3).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Los HBP nunca cuentan para definir el nivel. La reiteración que sube a N1 es SOLO entre eventos N1/N2 (HAP, CBP, CAAP, ACC); los HBP, aunque sean muchos, tienen como techo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Ejemplos de nivel: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1 HAP + 1 HBP → N2.   · 1 HAP + 5 HBP → N2.   · 1 CBP + 3 HBP →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1 HAP + 1 HAP → N1.   · 1 HAP + 1 CBP → N1.   · 1 CAAP (solo) → N1.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Solo HBP (3 o más del mismo tema) → N2. Nunca N1, sin importar cuántos sean.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HBP solo cuenta como HAP/CBP si fue revalorizado con el criterio de este punto (excepción, con hechos en la descripción).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evento: ACC con lesión &gt; ACC con daño material &gt; CAAP &gt; CBP &gt; HAP &gt;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LA DESCRIPCIÓN Y REVALORACIÓN DE CRITICIDAD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La clasificación del Excel es el punto de partida, no la palabra final. Lee la "Descripción" de TODOS los eventos del período (HBP, CBP y HAP) y evalúa si lo descrito es más grave que su clasificación. Un evento solo puede SUBIR de criticidad, nunca bajar.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CA (cuasi accidente de alto potencial; cuenta como CAAP → N1) cualquier CBP, HAP o HBP cuya descripción muestre a una persona EFECTIVAMENTE EXPUESTA a un riesgo con potencial grave o fatal: (1) línea de fuego de un equipo o vehículo en movimiento (retroceso, aculatamiento, giro); (2) carga suspendida; (3) energía peligrosa energizada (eléctrica, presión, térmica); (4) trabajo en altura sin protección contra caídas; (5) ingreso o trabajo en zanja/excavación sin protección o sin autorización; (6) atmósfera peligrosa o espacio confinado sin control. Ej.: CBP 549924 – rigger a 2 m de un camión pluma en retroceso, sin radio → la gerencia lo registró como "CA ID 549924".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CBP (cuasi accidente de bajo potencial → N2) un HBP cuya descripción muestre que una persona SÍ interactuó de cerca con la situación de riesgo (hubo exposición real, un casi-incidente), pero sin potencial grave o fatal (p. ej., trabajador pasa bajo material mal acopiado a baja altura, tropieza con herramientas en el piso). Si la exposición tenía potencial grave o fatal, sube directo a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HAP (hallazgo de alto potencial → N2) un HBP cuya descripción muestre un CONTROL CRÍTICO no implementado o erosionado MIENTRAS se ejecutaba la tarea de riesgo crítico, aunque nadie haya quedado expuesto (p. ej., izaje en curso con accesorio sin certificar; trabajo en altura en curso con plataforma sin baranda; intervención eléctrica sin bloqueo). La columna "CONTROL CRITICO" con "(C.C.)" es un indicio, no una condición suficiente.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NO se revaloriza (mantener la clasificación del Excel): condiciones detectadas en inspección sin tarea de riesgo en curso y sin persona expuesta, riesgos solo potenciales o descripciones sin exposición concreta. Ejemplos en que la gerencia NO revalorizó: CBP 554227 (retiro de eslinga en borde de zanja, sin altura indicada) se mantuvo CBP; HBP 549965 (plataforma de acceso sin rodapiés) y HBP 549552 (extintores despresurizados) se mantuvieron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CRITERIO AL REVALORIZAR (especialmente HBP y CBP): la revalorización es una EXCEPCIÓN, no la regla. Quien clasificó el evento estuvo en terreno; respeta su clasificación salvo que la descripción sea claramente más grave.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Revaloriza solo con HECHOS escritos en la descripción (qué pasó, quién estuvo expuesto, a qué distancia, con qué equipo o energía). No supongas, no completes información que no está y no uses el "podría haber pasado".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La gravedad debe ser evidente para cualquier supervisor que lea la descripción. Si tienes que argumentar mucho para justificarla, no corresponde.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Nunca revalorices para completar filas, armar un foco o igualar un resultado esperado.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título alarmante no basta: manda lo que describe el texto.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Lo normal es que en un período haya 0, 1 o 2 revalorizaciones. Si te aparecen más, revisa tu criterio y deja como "posible revalorización" las que no sean evidentes.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Ante la duda, NO revalorices: mantén la clasificación del Excel y menciónalo al usuario para que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Revaloraciones posibles: HBP → CBP, HAP o CA; CBP → CA; HAP → CA. Un CBP no pasa a HAP (es el mismo nivel y el CBP ya es más grave).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Cómo se escribe: en la columna Evento, el tipo revalorizado: "CA ID [N°] – EMPRESA: …", "CBP ID [N°] (rev.) – EMPRESA: …" o "HAP ID [N°] (rev.) – EMPRESA: …". Para selección de focos, reiteración, nivel y prioridad se usa el tipo revalorizado. En la franja de indicadores se mantiene la clasificación del Excel, para que los totales cuadren con la data.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Toda revalorización debe informarse al usuario en el control de calidad (ID, clasificación original, nueva clasificación y la frase de la descripción que la justifica). Ante la duda, NO revalorices y menciónalo como "posible revalorización" para que el usuario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Primero todos los focos N1 y después todos los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N1: (a) focos con 2 o más eventos N1/N2 antes que los de un solo evento (ACC o CAAP aislado); (b) luego, el foco cuyo evento más grave sea de mayor gravedad; (c) luego, más eventos en total;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N2: (a) focos con un evento N1/N2 antes que focos de solo HBP; (b) luego, más eventos en total contando los HBP complementarios (repetición); (c) luego, mayor gravedad;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Comprobación con los Assurance de la gerencia: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20-09: 1° Izaje – plan (CAAP + HAP, N1) · 2° Izaje – segregación (HAP + CBP, N1: el CAAP es más grave que el CBP) · 3° Vehículos y equipos (HAP + 3 HBP, N2) · 4° Andamios (CBP + 1 HBP, N2: menos eventos que el 3°).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08-09: 1° Izaje – certificación y línea de fuego (HAP + CA 549924, N1: el CBP se revaloriza a CA por la descripción: rigger expuesto a línea de fuego) · 2° Andamios (HAP + HAP + 2 HBP, N1 por reiteración; su evento más grave es HAP, menos grave que el CA del 1°) · 3° Tableros eléctricos (HAP + 3 HBP, N2). La gerencia agregó un 4° foco de equipos de emergencia con solo 2 HBP: con nuestra regla NO va, porque se necesitan 3 o más HBP del mismo tema. En su lugar entra, si califica, el tema HBP con 3 o más eventos (ver ejemplo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Texto de la celda: número de prioridad + "N1 · CRITICIDAD ALTA" o "N2 · CRITICIDAD INTERMEDIA". Ajusta texto y color de cada fila al nivel real (la plantilla trae 3 filas N1 y 1 N2 solo como referencia).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5 – FOCO SI PRO · ESTRATEGIA DE CONTROLES (fila fija, gris)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 (estilo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Estilo de la gerencia: una sola oración que empieza con "Verificar…", seguida de dos puntos o punto y coma con la lista de controles concretos a revisar, tomados de las brechas de los eventos (incluidos los HBP complementarios). Debe quedar claro qué se revisa, quién lo hace y cuándo (antes de izar, antes de habilitar, al inicio del turno…). Máximo unos 350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en la celda: "Tema del foco." corto en negrita (2 a 5 palabras) + la instrucción. Luego, en línea aparte, "Criterio de restricción:" (en negrita) + la condición concreta en que se prohíbe o se detiene la tarea (máximo unos 150 caracteres).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Ejemplos válidos: los de los puntos 16 y 17 (textos reales de la gerencia).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 (formato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Primero los eventos N1/N2 del foco, del más grave al menos grave; después los HBP complementarios (máximo 3; si hay más, agrega "+ N HBP más"). Foco aislado: su único evento + "(evento aislado)".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evento, igual que la gerencia: "TIPO ID 555505 – EMPRESA:" (en negrita) + qué ocurrió, en una frase concreta de hasta 120 caracteres con los datos del evento (equipo, carga, lugar, medida). TIPO = ACC, CAAP, CA (revalorizado, punto 4), CBP, CBP (rev.), HAP, HAP (rev.) o HBP. Sin marca de turno.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dos HBP describen lo mismo, júntalos: "HBP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Combinación de herramientas unida con "+", como la gerencia (p. ej., "GCC + CdP Maniobras de Izaje + ASP"), seguida de ":" y la acción concreta a realizar durante el turno (qué, dónde, frecuencia). Ej.: "GCC + CdP Maniobras de Izaje + ASP: CdP al inicio del turno en cada frente con izaje; ASP antes de cada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(de andamios), EdC Vehículo Liviano, Inspección de Equipos, Acompañamiento ASP. Usa también las que figuren en el Excel (prefijos "CdP-", "ASP-", "EdC-", "GCC-"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Como la gerencia: 2 a 4 registros concretos y verificables, relacionados con los controles del foco, separados por "/" y terminando en "registro fotográfico". Ej.: "Plan de izaje específico por maniobra / validación del supervisor / 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Temas de HBP que se repiten en el período (2 o más eventos del mismo tema) y que NO son foco. Agrúpalos por lo que describe el evento (título/descripción), nunca por "Otro riesgo de seguridad".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"N eventos HBP — tema (n) · tema (n). Refuerzo transversal en todos los recorridos y al cierre de cada tarea." N = suma de los temas mostrados (1 a 3 temas más repetidos). Un HBP usado como evidencia complementaria también puede contarse aquí si su tema se repite. Ej.: "7 eventos HBP — acopio de material y housekeeping deficiente (4) · extensiones eléctricas sin pasacable (3)."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nombres EXACTOS de "AREA_GEO" de los eventos de los focos asignados a cada bloque (como la gerencia: "Pila Oeste · Piscinas ILS–PLS · Izaje"; "Pilas de Lixiviación · Botadero de Ripios · Aglomerado"; nunca inventes nombres de áreas), más 3 controles cortos (máx. ~45 caracteres), cada uno con el N° de foco entre paréntesis, p. ej. "Plan de izaje específico por maniobra (1)". Asigna al AM los focos de inicio de jornada (izaje, pre-uso de vehículos y equipos) y al Mediodía los de intervención (plataformas, instalaciones eléctricas, excavaciones) más los temas de la franja Recurrente (p. ej., "Extensiones eléctricas con pasacable", "Acopio y housekeeping en zonas habilitadas").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Si hay eventos del período que seguían ABIERTOS a la fecha de cierre ("Fecha cierre evento" vacía o posterior a la fecha de cierre, o "Cierre Evento" distinto de "Si"), la primera línea es: "Cerrar eventos pendientes de [EMPRESA]: [temas] ([área])." Ej. gerencia 08-09: "Cerrar eventos pendientes de JEJ: MIPER, instructivo y TNC de carga/descarga (Edificio H)." En "Actualizar PTS con brechas de CdP:" indica las brechas concretas que detectaron las CdP del período (eventos con "CdP" en el título, incluidos HBP), p. ej.: "maxisacos sobre tubería HDPE, pletinas en acople campana-espiga y vienteros en desacople";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 Nunca uses "Otro" como tema: deduce el tema del título y la descripción.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2-4", según el turno ENTRANTE. FECHA / PERÍODO: vigencia del turno entrante, "DD al DD MES" (el período de los datos va en la franja de indicadores, no aquí). TURNO: marca ☒ en el turno entrante.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 y la fila 5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5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y HBP complementarios usados en cada foco, y los N1/N2 que quedaron fuera,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revalorizados (ID, clasificación original → nueva, y la frase de la descripción que lo justifica) y posibles revalorizaciones que dejaste a decisión del usuario;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el título dice "ASSURANCE TURNO 1-3" o "ASSURANCE TURNO 2-4" (sin corchetes); cada ID existe en el Excel; el nivel de cada foco sigue el punto 4 (2 o más eventos N1/N2 = N1; los HBP nunca suben un foco a N1); las áreas son nombres exactos de AREA_GEO; revisaste los eventos abiertos a la fecha de cierre; leíste la descripción de todos los eventos y aplicaste la revaloración del punto 4; cada foco nace de al menos un evento N1/N2, salvo los focos de solo HBP, que tienen 3 o más HBP del mismo tema; todos los focos N1 van antes que los N2; dentro de cada nivel, los focos con reiteración/evidencia van antes que los aislados y se ordenan como indica el punto 4; ningún tema se llama "Otro"; los eventos con riesgo "Otro" fueron asignados a un tema leyendo su descripción; cada foco contiene al menos un dato concreto de sus eventos; el NIVEL (color) y la PRIORIDAD (orden) de cada foco siguen el punto 4; ningún HBP definió un nivel; los conteos de indicadores y Recurrente cuadran; y no quedan textos guía.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EJEMPLO RESUELTO 1 – ASSURANCE REAL DE LA GERENCIA, CIERRE 20-09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10 al 23 SEP 2026. Eventos N1/N2: CAAP 555505, HAP 555358, HAP 556119, HAP 553767, CBP 554227, CBP 554901. Así lo armó la gerencia (texto real; el nivel y el orden ya aplican las reglas N1/N2 y de prioridad de este formato):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con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que toda maniobra de izaje cuente con plan de izaje específico y vigente para la carga y el equipo que se iza; el rigger debe portarlo en terreno y el supervisor validar que corresponda a la maniobra antes de autorizar el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"CAAP ID 555505 – PUMA: plan de izaje exhibido por el rigger correspondía a descarga de cañería HDPE 12 m y no a la escala modular izada. HAP ID 555358 – PUMA: izaje de equipo de electrofusión sin plan específico; se detiene la actividad."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"Plan de izaje específico por maniobra / validación del supervisor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2 eventos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segregación efectiva y comunicación bidireccional en el área de influencia de la carga: control de acceso antes de izar, operador y rigger con radio en frecuencia acordada, uso de vientos y posicionamiento fuera de bordes de zanja al desacoplar."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556119 – PUMA: carga de maxisacos con grúa horquilla sin segregación efectiva ni comunicación operador–personal. CBP ID 554227 – PUMA: trabajador retira eslinga con un pie al borde de zanja y otro sobre tubería Ø1.200 mm. HBP ID 554488: falta de vienteros."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554227 figura en el Excel como "Otro riesgo de seguridad",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Desafío en Terreno"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"Área segregada / radio operativa en operador y rigger / vientos en uso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(N2 con evidencia: 1 evento N1/N2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inspección pre-uso de vehículos y equipos antes de habilitarlos: neumáticos y elementos críticos sin daño, check list del turno completo con registro de horómetro, letrero de supervisor con frecuencia radial y plan de tránsito firmado por el relator."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553767 – J.E.J.: camioneta con neumático dañado (llantazo) detectado en inspección previa al uso. HBP ID 554865 – PUMA: camión pluma TW PT-21 sin letrero de supervisor y plan de tránsito sin firma. 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"EdC Vehículo Liviano + Inspección de Equipos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"Check list pre-uso del turno / letrero y plan de tránsito firmados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· N2 · CRITICIDAD INTERMEDIA (N2 con evidencia: 1 evento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antes de habilitar el acceso: rodapié y peldaños instalados aunque la tarjeta verde esté vigente, doble baranda en vanos y bordes, y superficie de trabajo libre de material acopiado."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"CBP ID 554901 – PUMA: andamio en canaletas lado Oeste con tarjeta verde vigente, sin rodapié ni peldaños en la plataforma. HBP ID 554468 – COX: material mal acopiado sobre plataforma de andamio a 70 cm, con riesgo de caída a distinto nivel."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"Rodapié y peldaños instalados / tarjeta coherente con la condición real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(reiteración); el 1 va primero porque su evento más grave es un CAAP (el del 2 es un CBP). Focos 3 y 4 son N2 (un solo evento N1/N2); el 3 va primero porque tiene más eventos en total (4 contra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"7 eventos HBP — Clusters más repetidos del turno: acopio de material y housekeeping deficiente (4) y extensiones eléctricas sin pasacable, en contacto con estructura o tendidas en piso (3).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"Piscinas ILS–PLS · Pila Oeste · Izaje" — ✔ Plan de izaje específico por maniobra · ✔ Segregación y radio en área de la carga · ✔ Check list pre-uso de vehículos y equipos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Patio Contratistas" — ✔ Rodapié y peldaños en plataformas · ✔ Extensiones eléctricas con pasacable · ✔ Acopio y housekeeping en zonas habilitadas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CdP pendientes · Entrega de turno" — ✔ Actualizar PTS con brechas de CdP: maxisacos sobre tubería HDPE, pletinas en acople campana-espiga y vienteros en desacople.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estilo: frases concretas, con datos de los eventos, del mismo largo que este ejemplo.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EJEMPLO RESUELTO 2 – ASSURANCE REAL DE LA GERENCIA, CIERRE 08-09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26 AGO al 08 SEP 2026. Eventos N1/N2: HAP 547596, HAP 547717, HAP 548036, HAP 552385, CBP 549924 (no hubo ACC ni CAAP). Así lo armó la gerencia (texto real):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(N1: incluye un CA – CBP revalorizado por línea de fuego – y además hay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maniobras de izaje: elementos de izaje (grilletes, eslingas, tecles) certificados y con placa legible; segregación y control de acceso al área de influencia de la carga; y rigger con radio y fuera de la línea de fuego durante el aculatamiento."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547717 – PUMA: izaje de ducto Ø1.200 mm con grillete sin certificación. CA ID 549924 – PUMA: rigger expuesto a línea de fuego en aculatamiento de camión pluma, sin radio."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en el Excel el 549924 es CBP y su riesgo dice "Operación de vehículos livianos". La gerencia lo revalorizó a CA porque el rigger quedó expuesto a la línea de fuego de un equipo en retroceso, y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"Elementos de izaje certificados / área segregada / rigger con radio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HAP + HAP + 2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y andamios en altura: rodapiés y doble baranda instalados, tarjeta de andamio vigente, y piezas de andamio acopiadas sobre atril (no a nivel de piso) antes de habilitar el acceso."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552385 – PUMA: plataforma Módulo 6 sin rodapié. HAP ID 548036 – COX: tarjeta de andamio desactualizada. HBP ID 549965 / 549134 – PUMA: plataforma sin rodapiés / piezas de andamio mal acopiadas."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"Tarjeta de andamio vigente / rodapié y doble baranda instalados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(un solo evento N1/N2: HAP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tableros eléctricos y líneas por energizar: check list vigente y trazable, letrero de responsable de turno al día, señalización legible, sin sobretamaños ni conexiones en contacto con estructuras, y housekeeping en sectores próximos a energizar."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547596 – PUMA: check list de tablero eléctrico desactualizado. HBP ID 549403 – COX: despuntes de cable en línea 23 kV próxima a energizar. HBP ID 549386 / 551579: conexión sobre estructura / sobretamaños en acceso a tablero."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"Desafío en Terreno + CdP Energía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"Tablero con checklist trazable y letrero al día / accesos despejados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DE LA GERENCIA – NO SE REPLICA (solo 2 HBP; nuestra regla exige 3 o más HBP del mismo tema). Se deja solo como referencia de redacción: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equipos de emergencia: accesos a extintores despejados, extintores presurizados (manómetro en rango) y con inspección vigente, y vías de evacuación libres de despuntes y residuos."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"HBP ID 548906 – COX: acceso a extintor obstruido por escalerilla porta conductores. HBP ID 549552 – PUMA: dos extintores PQS despresurizados (manómetro en zona de recarga)."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549552 tiene título "CBP - …" pero su clasificación en el Excel es HBP.)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Equipos + CdP Emergencia + PASSO"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"Extintor accesible y presurizado / vías despejadas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N1; el 1 va primero porque contiene un CA (equivale a CAAP) y el 2 solo HAP. Foco 3 es N2 con un evento N1/N2. Con nuestra regla, la fila 4 la ocupa el tema de HBP con 3 o más eventos que no esté en otro foco (en este período: materiales sin segregar y piezas/herramientas de andamio a nivel de piso, 8 HBP), como foco N2; el Recurrente pasa a mostrar el siguiente tema HBP repetido. Si no hubiera ningún tema con 3 o más HBP, se elimina la fila 4.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"8 eventos HBP — Cluster más repetido del turno: materiales sin segregar y piezas/herramientas de andamio a nivel de piso.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"Pila Oeste · Piscinas ILS–PLS · Izaje" — ✔ Certificación de elementos de izaje · ✔ Rodapié y tarjeta de andamio vigente · ✔ Segregación del área de la carga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Aglomerado" — ✔ Tableros con checklist trazable · ✔ Housekeeping y materiales segregados · ✔ Extintores accesibles y presurizados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CAP pendiente · Entrega de turno" — ✔ Cerrar eventos pendientes de JEJ: MIPER, instructivo y TNC de carga/descarga (Edificio H). (Eventos HBP 547590, 547604 y 547610, abiertos a la fecha de cierre.)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 que estos dos ejemplos.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Y PRIORIDAD DE FOCOS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= brecha específica con eventos N1/N2; HBP del mismo tema = evidencia. 3+ HBP del mismo tema = foco N2 si queda fila. Orden: todo N1 → todo N2. En N1: reiterados, luego más grave. En N2: con evento N1/N2, luego más eventos. Máx. 4.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(CRITICIDAD)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el color. Leer la descripción: un HBP o CBP puede subir de criticidad. N1 · alta (roja): ACC, CAAP, CA, o 2 o más HAP/CBP del mismo tema. N2 · intermedia (naranja): un solo HAP o CBP (+ HBP), o foco de 3+ HBP. Ej.: HAP + HBP = N2; HAP + HAP = N1. Los HBP nunca suben a N1.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oración que parte con "Verificar…" y lista los controles concretos que fallaron en los eventos: qué, dónde,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los eventos N1/N2 (del más grave al menos grave), luego los HBP complementarios (máx. 3). Aislado: 1 evento + "(evento aislado)". Formato: TIPO ID N°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CAAP ID 555505 – PUMA: plan de izaje exhibido correspondía a otra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Temas HBP que se repiten (2 o más) y no son foco, agrupados por lo que describe el evento; nunca "Otro riesgo".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y housekeeping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nombres exactos de AREA_GEO y 3 controles con el N° de foco. PM: primero cerrar eventos que siguen abiertos a la fecha de cierre (empresa, tema, área); luego PTS, SAP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5 · FOCO SI PRO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ACC con lesión o daño material, CAAP, evento revalorizado a CA por su descripción (persona expuesta a línea de fuego, carga suspendida, energía, altura) o 2 o más HAP/CBP del mismo tema.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Un solo CBP (interacción próxima persona–situación) o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inmediata; no define nivel. Va como evidencia complementaria y en Recurrente; un tema con 3 o más HBP puede ser foco N2 si queda fila libre.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≠ prioridad: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nivel es la criticidad (color); la prioridad es el orden del foco: todo N1 antes que todo N2; en N1 reiterados y más graves primero; en N2, más eventos primero.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