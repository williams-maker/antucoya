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 + la fila fija "FOCO – SI PRO – ESTRATEGIA DE CONTROLES" (5 filas en total). Si hay más, se quedan los de mayor PRIORIDAD (punto 4) y se informa al usuario cuáles quedaron fuera. Si hay menos, elimina las filas sobrantes (nunca la fila SI PRO).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 La reiteración que sube a N1 es SOLO entre eventos N1/N2 (HAP, CBP, CAAP, ACC); los HBP, aunque sean muchos, tienen como techo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Ejemplos de nivel: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HBP → N2.   · 1 HAP + 5 HBP → N2.   · 1 CBP + 3 HBP →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2 o más HAP → N1.   · 2 o más CBP → N1.   · 1 CBP + 1 HAP →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CAAP SIEMPRE es N1, vaya solo o acompañado de cualquier otro evento (CAAP solo → N1; CAAP + HBP → N1; CAAP + HAP → N1). Lo mismo aplica a un ACC y a un evento revalorizado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Solo HBP (3 o más del mismo tema) → N2. Nunca N1, sin importar cuántos sean.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HBP solo cuenta como HAP/CBP si fue revalorizado con el criterio de este punto (excepción, con hechos en la descripción).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TE DEJES LLEVAR POR LA ESTRUCTURA DE LA PLANTILLA: las filas 1 y 2 vienen en rojo (N1) y las filas 3 y 4 en naranja (N2) SOLO como ejemplo visual de los colores. NO es una cantidad a respetar ni un cupo por nivel. Tú determinas cuántos N1 y cuántos N2 hay, y el nivel y el color de cada fila salen SOLO de los eventos de su foco. La cantidad de N1 y N2 es la que resulte de los datos, sin importar cuántas filas haya (p. ej.: 4 N1 y 0 N2; 3 N1 y 1 N2; 1 N1 y 3 N2; 0 N1 y 2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Nunca bajes un foco a N2 ni subas uno a N1 para llenar filas o "equilibrar" la lámina. Si hay más de 4 focos, entran los 4 de mayor prioridad (todo N1 antes que N2): si existen 5 focos N1, las 4 filas serán N1 y se informa al usuario el N1 que quedó fuera.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Celda de nivel: número de prioridad + "N1 · CRITICIDAD ALTA" (relleno rojo C62828, texto blanco) o "N2 · CRITICIDAD INTERMEDIA" (relleno naranja E67E22, texto blanco). Cambia el texto y el color de cada celda según corresponda, aunque eso modifique la distribución de ejemplo (2 N1 + 2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SI PRO – FOCO SI PRO · ESTRATEGIA DE CONTROLES (última fila, N° 5, fija, gris; no cuenta dentro de los 4 focos)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SI PRO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N1; los HBP nunca suben un foco a N1); la cantidad de N1 y N2 salió de los eventos y no de la distribución de ejemplo de la plantilla (2 N1 + 2 N2);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 focos + fila SI PRO (5 filas).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2 filas N1 y 2 N2 son solo ejemplo: la cantidad la definen los eventos. N1 (roja): ACC, CAAP, CA o 2+ HAP/CBP del mismo tema. N2 (naranja): 1 HAP o CBP (+ HBP) o 3+ HBP. Un CAAP siempre es N1; los HBP nunca suben a N1.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SI PRO (ÚLTIMA FILA)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