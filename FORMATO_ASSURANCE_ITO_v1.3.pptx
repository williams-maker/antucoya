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 i="1">
                          <a:solidFill>
                            <a:srgbClr val="5A65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[N1 o N2]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 i="1">
                          <a:solidFill>
                            <a:srgbClr val="5A65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[N1 o N2]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 i="1">
                          <a:solidFill>
                            <a:srgbClr val="5A65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[N1 o N2]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 i="1">
                          <a:solidFill>
                            <a:srgbClr val="5A65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[N1 o N2]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 + la fila fija "FOCO – SI PRO – ESTRATEGIA DE CONTROLES" (5 filas en total). Si hay más, se quedan los de mayor PRIORIDAD (punto 4) y se informa al usuario cuáles quedaron fuera. Si hay menos, elimina las filas sobrantes (nunca la fila SI PRO).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 La reiteración que sube a N1 es SOLO entre eventos N1/N2 (HAP, CBP, CAAP, ACC); los HBP, aunque sean muchos, tienen como techo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Ejemplos de nivel: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1 HAP + 1 HBP → N2.   · 1 HAP + 5 HBP → N2.   · 1 CBP + 3 HBP →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2 o más HAP → N1.   · 2 o más CBP → N1.   · 1 CBP + 1 HAP → N1.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CAAP SIEMPRE es N1, vaya solo o acompañado de cualquier otro evento (CAAP solo → N1; CAAP + HBP → N1; CAAP + HAP → N1). Lo mismo aplica a un ACC y a un evento revalorizado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Solo HBP (3 o más del mismo tema) → N2. Nunca N1, sin importar cuántos sean.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HBP solo cuenta como HAP/CBP si fue revalorizado con el criterio de este punto (excepción, con hechos en la descripción).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CRITERIO AL REVALORIZAR (especialmente HBP y CBP): la revalorización es una EXCEPCIÓN, no la regla. Quien clasificó el evento estuvo en terreno; respeta su clasificación salvo que la descripción sea claramente más grave.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Revaloriza solo con HECHOS escritos en la descripción (qué pasó, quién estuvo expuesto, a qué distancia, con qué equipo o energía). No supongas, no completes información que no está y no uses el "podría haber pasado".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La gravedad debe ser evidente para cualquier supervisor que lea la descripción. Si tienes que argumentar mucho para justificarla, no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Nunca revalorices para completar filas, armar un foco o igualar un resultado esperado.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título alarmante no basta: manda lo que describe el texto.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Lo normal es que en un período haya 0, 1 o 2 revalorizaciones. Si te aparecen más, revisa tu criterio y deja como "posible revalorización" las que no sean evidentes.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Ante la duda, NO revalorices: mantén la clasificación del Excel y menciónalo al usuario para que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LA PLANTILLA NO PREDEFINE NIVELES: las 4 filas de focos vienen en gris neutro. El nivel y el color de cada fila salen SOLO de los eventos de su foco. La cantidad de N1 y N2 es la que resulte de los datos, sin importar cuántas filas haya (p. ej.: 4 N1 y 0 N2; 3 N1 y 1 N2; 1 N1 y 3 N2; 0 N1 y 2 N2).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Nunca bajes un foco a N2 ni subas uno a N1 para llenar filas o "equilibrar" la lámina. Si hay más de 4 focos, entran los 4 de mayor prioridad (todo N1 antes que N2): si existen 5 focos N1, las 4 filas serán N1 y se informa al usuario el N1 que quedó fuera.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Celda de nivel: número de prioridad + "N1 · CRITICIDAD ALTA" (relleno rojo C62828, texto blanco) o "N2 · CRITICIDAD INTERMEDIA" (relleno naranja E67E22, texto blanco). Reemplaza el gris y el texto guía de la plantilla.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SI PRO – FOCO SI PRO · ESTRATEGIA DE CONTROLES (última fila, N° 5, fija, gris; no cuenta dentro de los 4 focos)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SI PRO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N1; los HBP nunca suben un foco a N1); la cantidad de N1 y N2 salió de los eventos y no de la plantilla; ninguna celda de nivel quedó en gris;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 focos + fila SI PRO (5 filas).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plantilla no trae niveles: cada fila toma el color de su foco según sus eventos. N1 · alta (roja): ACC, CAAP, CA, o 2 o más HAP/CBP del mismo tema. N2 · intermedia (naranja): un solo HAP o CBP (+ HBP), o foco de 3+ HBP. Ej.: 2+ HAP, 2+ CBP o HAP + CBP = N1; HAP + HBP = N2. Un CAAP siempre es N1. Los HBP nunca suben a N1.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SI PRO (ÚLTIMA FILA)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evento revalorizado a CA por su descripción (persona expuesta a línea de fuego, carga suspendida, energía, altura)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