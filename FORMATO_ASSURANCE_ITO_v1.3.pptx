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y, solo para completar filas vacías, un tema de HBP reiterado puede ser foco N2 (ver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COMPLETAR FILAS CON HBP: si con los eventos N1/N2 quedan menos de 4 focos, completa las filas vacías con temas de HBP reiterados (2 o más HBP de la misma brecha) que no estén ya en un foco, priorizando los asociados a controles críticos o a emergencias (extintores, vías de evacuación, energía). Son siempre N2 y van después de todos los focos con eventos N1/N2. Ej.: gerencia 08-09, foco 4 "equipos de emergencia" con HBP 548906 y 549552.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CBP, N1) · 2° Andamios (HAP + HAP + 2 HBP, N1: su evento más grave es HAP, menos grave que el CBP del 1°) · 3° Tableros eléctricos (HAP + 3 HBP, N2) · 4° Equipos de emergencia (solo 2 HBP,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del punto 16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HAP, CBP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Aglomerado"). Nunca inventes nombres de áreas + 3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cada foco nace de al menos un evento N1/N2, salvo los focos de solo HBP que completan filas;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de cada foco corresponde a su evento más grave y la PRIORIDAD (orden) sigue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por reiteración: HAP + CBP)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CBP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549924 figura en el Excel con riesgo "Operación de vehículos livianos",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(foco de solo HBP para completar filas; tema de emergencia)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por reiteración; el 1 va primero porque su evento más grave es un CBP (el del 2 es HAP). Foco 3 es N2 con un evento N1/N2; foco 4 es solo HBP y va al final.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Si faltan filas, un tema HBP reiterado puede ser foco N2.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N1 · alta (roja): ACC con lesión o daño material, CAAP, o 2 o más HAP/CBP del mismo tema (reiteración). N2 · intermedia (naranja): un solo HAP o CBP, o foco de solo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o reiteración de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HBP reiterado solo es foco (N2) para completar filas.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