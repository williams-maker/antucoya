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CBP, N1) · 2° Andamios (HAP + HAP + 2 HBP, N1: su evento más grave es HAP, menos grave que el CBP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del punto 16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HAP, CBP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Aglomerado"). Nunca inventes nombres de áreas + 3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de cada foco corresponde a su evento más grave y la PRIORIDAD (orden) sigue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por reiteración: HAP + CBP)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CBP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549924 figura en el Excel con riesgo "Operación de vehículos livianos",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por reiteración; el 1 va primero porque su evento más grave es un CBP (el del 2 es HAP).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N1 · alta (roja): ACC con lesión o daño material, CAAP, o 2 o más HAP/CBP del mismo tema (reiteración).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o reiteración de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4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4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