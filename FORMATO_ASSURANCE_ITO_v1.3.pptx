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4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más, se quedan los de mayor PRIORIDAD (punto 4) y se informa al usuario cuáles quedaron fuera. Si hay menos, elimina las filas sobrantes (nunca la fila 5).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un CBP revalorizado como CA,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REVALORACIÓN DE POTENCIAL – CBP → CA (criterio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Un CBP se trata como CA (cuasi accidente de alto potencial, equivalente a CAAP: N1) cuando su "Descripción" muestra a una persona efectivamente expuesta a: (1) línea de fuego de un equipo o vehículo en movimiento (p. ej., retroceso, aculatamiento, giro), (2) carga suspendida, o (3) energía peligrosa energizada (eléctrica, presión). Ej.: CBP 549924 – rigger a 2 m de un camión pluma en retroceso, sin radio → la gerencia lo registró como "CA ID 549924".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NO se revaloriza por riesgos solo potenciales o sin exposición concreta descrita (p. ej., CBP 554227, retiro de eslinga en borde de zanja sin altura indicada, se mantuvo como CBP).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En la columna Evento se escribe "CA ID [N°] – EMPRESA: …". Para el nivel y la prioridad cuenta como CAAP. En la franja de indicadores se mantiene la clasificación del Excel (sigue contándose como CBP).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Toda revalorización debe informarse al usuario en el control de calidad (ID, clasificación original y motivo). Ante la duda, no revalorices y menciónalo como posible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CA 549924, N1: el CBP se revaloriza a CA por línea de fuego) · 2° Andamios (HAP + HAP + 2 HBP, N1 por reiteración; su evento más grave es HAP, menos grave que el CA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 prioridad + "N1 · CRITICIDAD ALTA" o "N2 · CRITICIDAD INTERMEDIA".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 los puntos 16 y 17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CA (CBP revalorizado, punto 4), HAP, CBP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Aglomerado"; nunca inventes nombres de áreas), más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CBP revalorizados como CA (ID, clasificación original y motivo) y posibles CA que no revalorizaste;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N1); las áreas son nombres exactos de AREA_GEO; revisaste los eventos abiertos a la fecha de cierre;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y la PRIORIDAD (orden) de cada foco siguen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(N1: incluye un CA – CBP revalorizado por línea de fuego – y además hay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CA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en el Excel el 549924 es CBP y su riesgo dice "Operación de vehículos livianos". La gerencia lo revalorizó a CA porque el rigger quedó expuesto a la línea de fuego de un equipo en retroceso, y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N1; el 1 va primero porque contiene un CA (equivale a CAAP) y el 2 solo HAP.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brecha específica con eventos N1/N2; HBP del mismo tema = evidencia. 3+ HBP del mismo tema = foco N2 si queda fila. Orden: todo N1 → todo N2. En N1: reiterados, luego más grave. En N2: con evento N1/N2, luego más eventos. Máx. 4.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el color. N1 · alta (roja): ACC, CAAP, CBP revalorizado a CA, o 2 o más HAP/CBP del mismo tema (reiteración). N2 · intermedia (naranja): un solo HAP o CBP, o foco de 3+ HBP. Los HBP no cuentan para el nivel.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oración que parte con "Verificar…" y lista los controles concretos que fallaron en los eventos: qué, dónde,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los eventos N1/N2 (del más grave al menos grave), luego los HBP complementarios (máx. 3). Aislado: 1 evento + "(evento aislado)". Formato: TIPO ID N°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CAAP ID 555505 – PUMA: plan de izaje exhibido correspondía a otra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Temas HBP que se repiten (2 o más) y no son foco, agrupados por lo que describe el evento; nunca "Otro riesgo".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y housekeeping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nombres exactos de AREA_GEO y 3 controles con el N° de foco. PM: primero cerrar eventos que siguen abiertos a la fecha de cierre (empresa, tema, área); luego PTS, SAP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 o daño material, CAAP, CBP revalorizado como CA (persona expuesta a línea de fuego, carga suspendida o energía) o 2 o más HAP/CBP del mismo tema.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Un solo CBP (interacción próxima persona–situación) o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inmediata; no define nivel. Va como evidencia complementaria y en Recurrente; un tema con 3 o más HBP puede ser foco N2 si queda fila libre.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todo N1 antes que todo N2; en N1 reiterados y más graves primero; en N2, más eventos primero.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