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agrupar, lee la "Descripción" de todos los eventos y aplica la revaloración del punto 4: un HBP revalorizado a HAP o CA pasa a ser un evento N1/N2 y puede originar un foco o contar para la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CBP, incluidos los revalorizados).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4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más, se quedan los de mayor PRIORIDAD (punto 4) y se informa al usuario cuáles quedaron fuera.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evento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DESCRIPCIÓN Y REVALORACIÓN DE CRITICIDAD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La clasificación del Excel es el punto de partida, no la palabra final. Lee la "Descripción" de TODOS los eventos del período (incluidos los HBP) y evalúa si lo descrito es más grave que su clasificación. Un evento solo puede SUBIR de criticidad, nunca bajar.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CA (cuasi accidente de alto potencial; cuenta como CAAP → N1) cualquier CBP, HAP o HBP cuya descripción muestre a una persona EFECTIVAMENTE EXPUESTA a un riesgo con potencial grave o fatal: (1) línea de fuego de un equipo o vehículo en movimiento (retroceso, aculatamiento, giro); (2) carga suspendida; (3) energía peligrosa energizada (eléctrica, presión, térmica); (4) trabajo en altura sin protección contra caídas; (5) ingreso o trabajo en zanja/excavación sin protección o sin autorización; (6) atmósfera peligrosa o espacio confinado sin control.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HAP (hallazgo de alto potencial → N2) un HBP cuya descripción muestre un CONTROL CRÍTICO no implementado o erosionado MIENTRAS se ejecutaba la tarea de riesgo crítico, aunque nadie haya quedado expuesto (p. ej., izaje en curso con accesorio sin certificar; trabajo en altura en curso con plataforma sin baranda; intervención eléctrica sin bloqueo). La columna "CONTROL CRITICO" con "(C.C.)" es un indicio, no una condición suficiente.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(mantener la clasificación del Excel): condiciones detectadas en inspección sin tarea de riesgo en curso y sin persona expuesta, riesgos solo potenciales o descripciones sin exposición concreta. Ejemplos en que la gerencia NO revalorizó: CBP 554227 (retiro de eslinga en borde de zanja, sin altura indicada) se mantuvo CBP; HBP 549965 (plataforma de acceso sin rodapiés) y HBP 549552 (extintores despresurizados) se mantuvieron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Cómo se escribe: en la columna Evento, el tipo revalorizado: "CA ID [N°] – EMPRESA: …" o "HAP ID [N°] (rev.) – EMPRESA: …". Para selección de focos, reiteración, nivel y prioridad se usa el tipo revalorizado. En la franja de indicadores se mantiene la clasificación del Excel, para que los totales cuadren con la data.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original, nueva clasificación y la frase de la descripción que la justifica). Ante la duda, NO revalorices y menciónalo como "posible revalorización" para que el usuario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la descripción: rigger expuesto a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 los puntos 16 y 17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(revalorizado, punto 4), HAP, HAP (rev.), CBP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Aglomerado"; nunca inventes nombres de áreas), más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revalorizados (ID, clasificación original → nueva, y la frase de la descripción que lo justifica) y posibles revalorizaciones que dejaste a decisión del usuario;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N1); las áreas son nombres exactos de AREA_GEO; revisaste los eventos abiertos a la fecha de cierre; leíste la descripción de todos los eventos y aplicaste la revaloración del punto 4;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y la PRIORIDAD (orden) de cada foco siguen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3+ HBP del mismo tema = foco N2 si queda fila. Orden: todo N1 → todo N2. En N1: reiterados, luego más grave. En N2: con evento N1/N2, luego más eventos. Máx. 4.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el color. Leer la descripción: un evento puede subir a CA o HAP. N1 · alta (roja): ACC, CAAP, CA, o 2 o más HAP/CBP del mismo tema. N2 · intermedia (naranja): un solo HAP o CBP, o foco de 3+ HBP. Los HBP no cuentan para el nivel.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evento revalorizado a CA por su descripción (persona expuesta a línea de fuego, carga suspendida, energía, altura) o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con 3 o más HBP puede ser foco N2 si queda fila libre.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