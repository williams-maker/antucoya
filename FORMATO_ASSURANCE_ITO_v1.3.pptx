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HBP o CBP puede subir de criticidad. N1 · alta (roja): ACC, CAAP, CA, o 2 o más HAP/CBP del mismo tema.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