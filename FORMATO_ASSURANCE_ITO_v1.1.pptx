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accidente con lesión o daño material · CAAP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· HAP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terreno, no ingresa como foco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 y cuasi accidentes de alto potencial (CAAP).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se ponen dentro del Assurance como foco ni como evento de origen; solo se usan en la franja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turno: el turno y la fecha de cierre los indica el usuario. Si no están claros,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Solo eventos N1 y N2 del período (ACC, CAAP, HAP, CBP). Nunca uses HBP (N3) como foco ni para contar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Agrupa los eventos por tema (p. ej.: izaje, trabajo en altura/andamios, vehículos y equipos, energía eléctrica, excavaciones/zanjas). Usa "RIESGO INVOLUCRADO" y también "Titulo" y "Descripción": muchos eventos dicen "Otro riesgo de seguridad" pero pertenecen a un tema (p. ej., un CBP por retiro de eslinga pertenece a izaje).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REITERADO: tema con 2 o más eventos N1/N2 en el período.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AISLADO: tema con un solo evento N1/N2 en el período. Los focos aislados SÍ se incluyen (sean ACC, CAAP, CBP o HAP), pero siempre después de todos los focos reiterados (ver punto 4).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Lo define el TIPO del evento más grave del foco y determina el texto y el COLOR de la celda. No cambia por la reiteración ni por la posición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C62828): ACC con lesión a personas, ACC con daño material (DM), CAAP.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E67E22): CBP, HAP.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N3 (HBP): no genera foco; solo va en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 (para saber cuál es "el más grave" y para desempatar): ACC con lesión &gt; ACC con daño material &gt; CAAP &gt; CBP &gt; HAP.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 Se asigna en este orden: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1°: focos reiterados que incluyen al menos un evento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2°: focos reiterados solo con eventos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3°: focos aislados N1 (un solo ACC o 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Prioridad 4°: focos aislados N2 (un solo CBP o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Desempate dentro del mismo grupo: (a) tipo de evento más grave según la gravedad de arriba, (b) mayor cantidad de eventos, (c)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Ejemplos: un foco reiterado con 2 HAP es N2 (naranja) y va ANTES que un CAAP aislado, que es N1 (rojo). Un CAAP aislado sigue siendo N1 (rojo) aunque quede en las últimas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Debe indicar: DÓNDE (área/frente, según "AREA_GEO"), QUÉ actividad o equipo (p. ej.: izaje con camión pluma de estructuras modulares), QUÉ control verificar exactamente, QUIÉN lo verifica (supervisor, rigger, operador) y CUÁNDO (antes de cada maniobra, al inicio del turno, etc.).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"Tema del foco." en negrita + instrucción que empieza con un verbo ("Verificar…"). Máximo unos 350 caracteres. Luego, en línea aparte, "Criterio de restricción:" (en negrita) + la condición concreta en que se prohíbe o se detiene la tarea. Máximo unos 150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válido (específico): "Izaje – plan por maniobra. Verificar en Piscinas ILS-PLS y Pila Oeste, antes de cada levante con camión pluma o grúa horquilla, que el supervisor valide que el plan de izaje corresponde a la carga real (escala modular, equipo de electrofusión, maxisacos), con área segregada y radio operador–rigger. Criterio de restricción: sin plan específico para la carga o sin segregación, no se iza."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 de origen.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Lista TODOS los eventos N1/N2 del período que originan el foco (mínimo 2 en focos reiterados; 1 en focos aislados, agregando al final "(evento aislado)"), ordenados por gravedad del tipo de evento (punto 4). Si son más de 4, lista los 4 más graves y agrega "+ N eventos más".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evento: "[T1-3] TIPO ID – EECC:" (en negrita) + qué ocurrió, en una frase de hasta 120 caracteres. TIPO = ACC, CAAP, HAP o CBP.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Herramienta(s) del SGE unidas con "+", y para cada una la acción concreta a realizar durante el turno: qué, dónde y con qué frecuencia. Ej.: "CdP Maniobras de Izaje: 1 por frente con izaje al inicio del turno + ASP antes de cada maniobra".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de Andamios, EdC Vehículo Liviano, Inspección de Equipos, Acompañamiento ASP. Usa también las que figuren en el Excel (prefijos como "CdP-", "ASP-", "EdC-"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Registros concretos y verificables separados por "/", terminando siempre en "registro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 (única sección donde se usan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"N eventos HBP — tema (n) · tema (n).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 = total de HBP del período. Menciona los 2 o 3 temas más repetidos. Verifica la suma: los subtotales no pueden superar 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áreas reales tomadas de "AREA_GEO" + 3 controles, cada uno con el N° de foco entre paréntesis, p. ej. "Plan de izaje específico por maniobra (1)". Asigna al AM los focos de inicio de jornada (izaje, pre-uso de vehículos y equipos) y al Mediodía los de intervención (plataformas, instalaciones eléctricas, excavaciones).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En "Actualizar PTS con brechas de CdP:" indica las brechas que el Excel respalde;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2-4". Fecha/Período: "DD al DD MES". Turno: marca ☒ en el que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FALTANTE], las marcas de turno [T1-3]/[T2-4]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usados en cada foco y los que quedaron fuera (p. ej., focos aislados que no cupieron en las 4 filas),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cada ID existe en el Excel; los focos reiterados tienen al menos 2 eventos N1/N2 relacionados y van antes que los aislados; el NIVEL (color) de cada foco corresponde a su evento más grave y la PRIORIDAD (orden) sigue el punto 4; ningún HBP aparece como foco o evento de origen; los conteos de indicadores y Recurrente cuadran; y no quedan textos guía.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tabla: 1° reiterados con N1 · 2° reiterados solo N2 · 3° aislados N1 · 4° aislados N2. Reiterado = 2 o más eventos N1/N2 del mismo tema. Empate: tipo más grave, más eventos, más reciente. Máx. 4; HBP no cuentan.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define el evento más grave del foco y fija el color: N1 · alta (roja) = ACC con lesión, ACC daño material, CAAP. N2 · intermedia (naranja) = CBP, HAP. No cambia por la reiteración ni por el orden. En la celda: N° de prioridad +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para el turno entrante: dónde (área/frente), qué actividad o equipo, qué control verificar,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eventos N1/N2 del tema que originan el foco, del más grave al menos grave. Foco aislado: 1 evento + "(evento aislado)". Formato: [Turno] TIPO ID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CAAP 555505 – PUMA: plan de izaje no corresponde a la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(N3) del período y los temas más repetidos con su cantidad. Única sección donde se incluyen HBP.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lesión, ACC con daño material y CAAP.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CBP (interacción próxima persona–situación) y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terreno; no ingresa como foco (solo Recurrente).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1° reiterados con N1 · 2° reiterados N2 · 3° aislados N1 · 4° aislados N2.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