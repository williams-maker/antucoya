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accidente con lesión o daño material · CAAP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· HAP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terreno, no ingresa como foco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 y cuasi accidentes de alto potencial (CAAP).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se ponen dentro del Assurance como foco ni como evento de origen; solo se usan en la franja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turno: el turno y la fecha de cierre los indica el usuario. Si no están claros,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 – REGLA DE REITERACIÓN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Un foco solo se crea cuando hay REITERACIÓN: 2 o más eventos N1/N2 (ACC, CAAP, HAP, CBP) del período relacionados con un mismo tema (p. ej.: izaje, trabajo en altura/andamios, vehículos y equipos, energía eléctrica, excavaciones/zanjas). Excepción – N1 aislado: un ACC o CAAP sin reiteración SÍ se incluye como foco, pero con menor prioridad que todos los focos por reiteración (ver punto 4). Un N2 aislado (CBP o HAP sin reiteración) NO genera foco: menciónalo al usuario en el control de calidad.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agrupar por tema usa "RIESGO INVOLUCRADO" y también "Titulo" y "Descripción": muchos eventos dicen "Otro riesgo de seguridad" pero pertenecen a un tema (p. ej., un CBP por retiro de eslinga pertenece a izaje).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Nunca uses HBP (N3) como foco ni para contar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 temas reiterados, deja fuera los de menor prioridad e infórmalo. Si hay menos, elimina las filas sobrantes (nunca la fila 5). Si no hay ninguna reiteración, deja solo la fila 5 e infórmalo.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POR TIPO DE EVENTO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de prioridad (1 = mayor):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ACC con lesión a personas ........ N1 · CRITICIDAD ALTA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ACC con daño material (DM) ....... N1 · CRITICIDAD ALTA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CAAP ............................. N1 · CRITICIDAD ALTA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CBP (interacción próxima persona–situación) ... N2 · CRITICIDAD INTERMEDIA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5. HAP (control crítico no implementado o erosionado) ... N2 · CRITICIDAD INTERMEDIA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HBP ............................. N3 · no ingresa como foco (solo Recurrente)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Nivel del foco = nivel del evento de mayor prioridad entre sus eventos de origen (basta un ACC o CAAP para que el foco sea N1).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Orden de los focos: (1) focos por reiteración N1, (2) focos por reiteración N2, (3) focos por N1 aislado (ACC o CAAP sin reiteración), al final. Dentro de cada grupo: (a) el evento de mayor prioridad según la tabla, (b) mayor cantidad de eventos, (c)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Un foco por N1 aislado mantiene el nivel N1 (celda roja), aunque vaya al final del orden.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del foco + "N1 · CRITICIDAD ALTA" o "N2 · CRITICIDAD INTERMEDIA". Color: N1 = rojo C62828; N2 = naranja E67E22.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Debe indicar: DÓNDE (área/frente, según "AREA_GEO"), QUÉ actividad o equipo (p. ej.: izaje con camión pluma de estructuras modulares), QUÉ control verificar exactamente, QUIÉN lo verifica (supervisor, rigger, operador) y CUÁNDO (antes de cada maniobra, al inicio del turno, etc.).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"Tema del foco." en negrita + instrucción que empieza con un verbo ("Verificar…"). Máximo unos 350 caracteres. Luego, en línea aparte, "Criterio de restricción:" (en negrita) + la condición concreta en que se prohíbe o se detiene la tarea. Máximo unos 150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válido (específico): "Izaje – plan por maniobra. Verificar en Piscinas ILS-PLS y Pila Oeste, antes de cada levante con camión pluma o grúa horquilla, que el supervisor valide que el plan de izaje corresponde a la carga real (escala modular, equipo de electrofusión, maxisacos), con área segregada y radio operador–rigger. Criterio de restricción: sin plan específico para la carga o sin segregación, no se iza."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 de origen.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Lista TODOS los eventos N1/N2 del período que originan el foco (mínimo 2 en focos por reiteración; 1 en focos por N1 aislado, agregando al final "(evento aislado)"), ordenados según la tabla de prioridad del punto 4. Si son más de 4, lista los 4 de mayor prioridad y agrega "+ N eventos más".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evento: "[T1-3] TIPO ID – EECC:" (en negrita) + qué ocurrió, en una frase de hasta 120 caracteres. TIPO = ACC, CAAP, HAP o CBP.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Herramienta(s) del SGE unidas con "+", y para cada una la acción concreta a realizar durante el turno: qué, dónde y con qué frecuencia. Ej.: "CdP Maniobras de Izaje: 1 por frente con izaje al inicio del turno + ASP antes de cada maniobra".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de Andamios, EdC Vehículo Liviano, Inspección de Equipos, Acompañamiento ASP. Usa también las que figuren en el Excel (prefijos como "CdP-", "ASP-", "EdC-"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Registros concretos y verificables separados por "/", terminando siempre en "registro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 (única sección donde se usan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"N eventos HBP — tema (n) · tema (n).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 = total de HBP del período. Menciona los 2 o 3 temas más repetidos. Verifica la suma: los subtotales no pueden superar 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áreas reales tomadas de "AREA_GEO" + 3 controles, cada uno con el N° de foco entre paréntesis, p. ej. "Plan de izaje específico por maniobra (1)". Asigna al AM los focos de inicio de jornada (izaje, pre-uso de vehículos y equipos) y al Mediodía los de intervención (plataformas, instalaciones eléctricas, excavaciones).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En "Actualizar PTS con brechas de CdP:" indica las brechas que el Excel respalde;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2-4". Fecha/Período: "DD al DD MES". Turno: marca ☒ en el que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FALTANTE], las marcas de turno [T1-3]/[T2-4]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usados en cada foco y los que quedaron fuera (p. ej., CBP o HAP aislados sin reiteración),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cada ID existe en el Excel; cada foco tiene al menos 2 eventos N1/N2 relacionados, salvo los focos por N1 aislado, que van al final; el nivel y el orden de los focos siguen la tabla de prioridad; ningún HBP aparece como foco o evento de origen; los conteos de indicadores y Recurrente cuadran; y no quedan textos guía.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FOCOS · REITERACIÓN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foco se crea solo si 2 o más eventos N1/N2 (ACC, CAAP, HAP, CBP) de los últimos 14 días se repiten en un mismo tema (ej.: izaje). Un ACC o CAAP aislado también es foco, pero al final. CBP/HAP aislados no. Máx. 4 focos; HBP no cuentan.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Y PRIORIDAD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por tipo: 1 ACC con lesión · 2 ACC daño material · 3 CAAP (N1, roja) · 4 CBP · 5 HAP (N2, naranja). Nivel = su evento de mayor prioridad. Orden: reiterados N1 → reiterados N2 → N1 aislados; empate: más eventos, más reciente.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para el turno entrante: dónde (área/frente), qué actividad o equipo, qué control verificar,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eventos N1/N2 del tema que originan el foco (mín. 2; N1 aislado: 1, con "(evento aislado)"), ordenados por prioridad. Formato: [Turno] TIPO ID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[T1-3] CAAP 555505 – PUMA: plan de izaje no corresponde a la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eventos HBP (N3) del período y los temas más repetidos con su cantidad. Única sección donde se incluyen HBP.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deficiente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áreas a recorrer y 3–4 controles con el N° de foco entre paréntesis. El bloque PM se reserva para gestión SAP, CdP pendientes, actualización de PTS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Prioridad: 1 ACC con lesión · 2 ACC daño material · 3 CAAP.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Prioridad: 4 CBP (interacción próxima persona–situación) · 5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terreno; no ingresa como foco (solo Recurrente).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reiteración: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 más eventos N1/N2 del mismo tema en 14 días. ACC o CAAP aislado: foco de menor prioridad.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