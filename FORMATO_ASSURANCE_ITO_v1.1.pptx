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accidente con lesión o daño material · CAAP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· HAP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terreno, no ingresa como foco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/ [T2-4]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turno que lo reportó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v1.1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 y cuasi accidentes de alto potencial (CAAP).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se ponen dentro del Assurance como foco ni como evento de origen; solo se usan en la franja RECURRENTE.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turno: el turno y la fecha de cierre los indica el usuario. Si no están claros,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Solo eventos N1 y N2 del período (ACC, CAAP, HAP, CBP). Nunca uses HBP como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Agrupa los eventos por riesgo (p. ej.: izaje, trabajo en altura/andamios, vehículos y equipos, energía eléctrica, excavaciones/zanjas). Un foco = un riesgo.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Ordena primero todos los focos N1 y luego los N2. Dentro de cada nivel: más eventos del mismo riesgo y, luego, más recientes.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 de eventos. Si hay más riesgos N1/N2, deja fuera los de menor prioridad e infórmalo al usuario.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/ PRIORIDAD (primera columna)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Texto: número del foco + "N1 · CRITICIDAD ALTA" o "N2 · CRITICIDAD INTERMEDIA", según el evento de mayor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Color de la celda: N1 = rojo C62828; N2 = naranja E67E22. La plantilla trae 3 filas N1 y 1 fila N2 como referencia: ajusta texto y color de cada fila al nivel real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la uses para eventos del Excel ni la elimines. Mantén "DIRECTRIZ GSSO", "GCC" y "QR O PLATAFORMA PASSO (GERENCIA SSO)".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Completa el tema y la instrucción solo si el usuario entrega la directriz GSSO vigente; si no, deja esa casilla como [DATO FALTANTE] y avísale.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"Tema del foco." en negrita + instrucción que empieza con un verbo ("Verificar…"): qué se revisa, dónde y bajo qué estándar.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Luego, en línea aparte, "Criterio de restricción:" (en negrita) + la condición en que se prohíbe o se detiene la tarea. Máximo unos 150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evento: "[T1-3] TIPO ID – EECC:" (en negrita) + qué ocurrió, en una frase de hasta 120 caracteres. TIPO = ACC, CAAP, HAP o CBP.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3 eventos por foco, solo N1 y N2; elige los de mayor nivel.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Herramienta(s) del SGE unidas con "+", y para cada una la acción concreta a realizar durante el turno: qué, dónde y con qué frecuencia. Ej.: "CdP Maniobras de Izaje: 1 por frente con izaje al inicio del turno + ASP antes de cada maniobra".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de Andamios, EdC Vehículo Liviano, Inspección de Equipos, Acompañamiento ASP. Usa también las que figuren en el Excel (prefijos como "CdP-", "ASP-", "EdC-"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Registros concretos y verificables separados por "/", terminando siempre en "registro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 (única sección donde se usan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"N eventos HBP — tema (n) · tema (n).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 = total de HBP del período. Menciona los 2 o 3 temas más repetidos. Verifica la suma: los subtotales no pueden superar 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áreas reales tomadas de "AREA_GEO" + 3 controles, cada uno con el N° de foco entre paréntesis, p. ej. "Plan de izaje específico por maniobra (1)". Asigna al AM los focos de inicio de jornada (izaje, pre-uso de vehículos y equipos) y al Mediodía los de intervención (plataformas, instalaciones eléctricas, excavaciones).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En "Actualizar PTS con brechas de CdP:" indica las brechas que el Excel respalde;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2-4". Fecha/Período: "DD al DD MES". Turno: marca ☒ en el que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las marcas de turno [T1-3]/[T2-4].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usados en cada foco y los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cada ID existe en el Excel; ningún HBP aparece como foco o evento de origen; cada foco tiene al menos un evento de origen; los conteos de indicadores y Recurrente cuadran; y no quedan textos guía.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eventos N1 y N2 de los últimos 14 días (ACC, CAAP, HAP, CBP). Un foco = un riesgo: agrupar los eventos del mismo riesgo. Máx. 4 focos (filas 1 a 4). Los HBP (N3) no ingresan como foco.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/ PRIORIDAD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N° + nivel del evento más grave. N1 · Criticidad alta (roja): accidentes con lesión o daño material y CAAP. N2 · Criticidad intermedia (naranja): CBP y HAP. Ordenar N1 → N2. Color: clic en la celda › Diseño de tabla › Sombreado.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DE ASSURANCE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en negrita + instrucción que parte con verbo ("Verificar…"): qué, dónde y bajo qué estándar (máx. 3 líneas). Cerrar con "Criterio de restricción": cuándo se prohíbe o se detiene la tarea (máx. 2 líneas).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fijo: [Turno] TIPO ID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[T1-3] HAP 553767 – JEJ: camioneta con neumático dañado.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3 eventos por foco, 1–2 líneas cada uno.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eventos HBP (N3) del período y los temas más repetidos con su cantidad. Única sección donde se incluyen HBP.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deficiente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áreas a recorrer y 3–4 controles con el N° de foco entre paréntesis. El bloque PM se reserva para gestión SAP, CdP pendientes, actualización de PTS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fija: estrategia de controles según la Directriz GSSO vigente, herramienta GCC y registro en QR o plataforma PASSO (Gerencia SSO). No se reemplaza por eventos ni se elimina.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8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 con potencial de consecuencias graves o fatales; intervención y gestión prioritaria. Accidentes con lesión o daño material y CAAP.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8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requiere gestión y seguimiento. CBP (interacción próxima persona–situación) y HAP (controles críticos no implementados o erosionados, antes de la interacción).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8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criticidad; corrección inmediata o gestión directa en terreno. No ingresa al Assurance (solo en Recurrente).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